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4"/>
  </p:notesMasterIdLst>
  <p:sldIdLst>
    <p:sldId id="261" r:id="rId3"/>
  </p:sldIdLst>
  <p:sldSz cx="7772400" cy="10058400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SemiBold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1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F2A1062-F4E9-95D4-D41B-053C084D004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9693" r="19693"/>
          <a:stretch>
            <a:fillRect/>
          </a:stretch>
        </p:blipFill>
        <p:spPr>
          <a:xfrm>
            <a:off x="4068415" y="4768480"/>
            <a:ext cx="3657598" cy="14918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61" name="Google Shape;461;p21"/>
          <p:cNvGrpSpPr/>
          <p:nvPr/>
        </p:nvGrpSpPr>
        <p:grpSpPr>
          <a:xfrm>
            <a:off x="886690" y="615266"/>
            <a:ext cx="6373091" cy="789275"/>
            <a:chOff x="928254" y="642975"/>
            <a:chExt cx="6373091" cy="789275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928254" y="642975"/>
              <a:ext cx="6373091" cy="74369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New York City Taxi Fare Prediction Project | Data Discovery</a:t>
              </a:r>
              <a:endParaRPr sz="1900" dirty="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632204" y="1032050"/>
              <a:ext cx="4591119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Exe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cutive Summary prepared for Automatidata Team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1200"/>
                </a:spcAft>
                <a:buNone/>
              </a:pP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BEB888-F182-A01D-F5F5-DA0CA3940806}"/>
              </a:ext>
            </a:extLst>
          </p:cNvPr>
          <p:cNvSpPr txBox="1"/>
          <p:nvPr/>
        </p:nvSpPr>
        <p:spPr>
          <a:xfrm>
            <a:off x="2050473" y="1524000"/>
            <a:ext cx="5721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York City Taxi and Limousine Commission (TLC) is the agency responsible for licensing and regulating New York City’s taxi cabs and for-hire vehicles. A Machine Learning Regression Model will predict the fare amount before any ride is booked.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7F52F-F537-FA25-7FA8-23F1FE080BDD}"/>
              </a:ext>
            </a:extLst>
          </p:cNvPr>
          <p:cNvSpPr txBox="1"/>
          <p:nvPr/>
        </p:nvSpPr>
        <p:spPr>
          <a:xfrm>
            <a:off x="2050473" y="2547853"/>
            <a:ext cx="5721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1971, TLC has been regulating and overseeing the licensing of New York City’s taxi cabs, for hire-vehicles, commuter vans, and paratransit vehicle. It is TLC responsibility to make the fare fair of all the riders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2BF62-1151-CA75-86D8-5BC9C5796EE4}"/>
              </a:ext>
            </a:extLst>
          </p:cNvPr>
          <p:cNvSpPr txBox="1"/>
          <p:nvPr/>
        </p:nvSpPr>
        <p:spPr>
          <a:xfrm>
            <a:off x="2050474" y="3571706"/>
            <a:ext cx="57219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to build a high precision Regression Model, first the data discovery is very important. Understanding the </a:t>
            </a:r>
            <a:r>
              <a:rPr lang="en-US" dirty="0" err="1"/>
              <a:t>Dtypes</a:t>
            </a:r>
            <a:r>
              <a:rPr lang="en-US" dirty="0"/>
              <a:t>, null value counts, and descriptive statistics will give a clear picture behind the data. Which can further be used for EDA.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E8B10C-96E5-2998-9A23-761B87C5A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414" y="6305334"/>
            <a:ext cx="3657599" cy="17337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57ADA0-0409-5E15-3DD7-F2796BA0F024}"/>
              </a:ext>
            </a:extLst>
          </p:cNvPr>
          <p:cNvSpPr txBox="1"/>
          <p:nvPr/>
        </p:nvSpPr>
        <p:spPr>
          <a:xfrm>
            <a:off x="158728" y="5029200"/>
            <a:ext cx="365759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Dataset contains 22699 records and 18 variables. There are 3 three </a:t>
            </a:r>
            <a:r>
              <a:rPr lang="en-US" dirty="0" err="1"/>
              <a:t>dtypes</a:t>
            </a:r>
            <a:r>
              <a:rPr lang="en-US" dirty="0"/>
              <a:t> in the data – float with 8 records, int with 7 records, objects with 3 records. There are no null values in all the columns.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After looking at the Descriptive Statistics I found many </a:t>
            </a:r>
            <a:r>
              <a:rPr lang="en-US" dirty="0" err="1"/>
              <a:t>unsual</a:t>
            </a:r>
            <a:r>
              <a:rPr lang="en-US" dirty="0"/>
              <a:t> values like having negative values, and standard values are unusual.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 would say </a:t>
            </a:r>
            <a:r>
              <a:rPr lang="en-US" dirty="0" err="1"/>
              <a:t>trip_distance</a:t>
            </a:r>
            <a:r>
              <a:rPr lang="en-US" dirty="0"/>
              <a:t> and </a:t>
            </a:r>
            <a:r>
              <a:rPr lang="en-US" dirty="0" err="1"/>
              <a:t>total_amount</a:t>
            </a:r>
            <a:r>
              <a:rPr lang="en-US" dirty="0"/>
              <a:t> columns are the main labels that can be used in for training the regression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72274-BCC3-C09F-677A-CCD7187CF50F}"/>
              </a:ext>
            </a:extLst>
          </p:cNvPr>
          <p:cNvSpPr txBox="1"/>
          <p:nvPr/>
        </p:nvSpPr>
        <p:spPr>
          <a:xfrm>
            <a:off x="78917" y="8489027"/>
            <a:ext cx="7315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Once the data team is free from the other project, we can deep dive into the data for EDA.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After having clean data, a regression model can be start trained on the data and iterate until it reaches max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Google Sans</vt:lpstr>
      <vt:lpstr>Google Sans SemiBold</vt:lpstr>
      <vt:lpstr>Work Sans</vt:lpstr>
      <vt:lpstr>PT Sans Narrow</vt:lpstr>
      <vt:lpstr>Wingdings</vt:lpstr>
      <vt:lpstr>Arial</vt:lpstr>
      <vt:lpstr>Roboto</vt:lpstr>
      <vt:lpstr>Lato</vt:lpstr>
      <vt:lpstr>Calibri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Gowtham Venkat</cp:lastModifiedBy>
  <cp:revision>1</cp:revision>
  <dcterms:modified xsi:type="dcterms:W3CDTF">2026-10-02T22:45:32Z</dcterms:modified>
</cp:coreProperties>
</file>